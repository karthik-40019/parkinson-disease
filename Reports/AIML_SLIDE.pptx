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91" d="100"/>
          <a:sy n="91" d="100"/>
        </p:scale>
        <p:origin x="32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B00A1-C264-2602-C647-8CBA33C2B96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312B8DD-EE7B-BAB0-51E6-5B65C9F4391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79D2F7A-24C3-F062-E3A7-72D7AF822D61}"/>
              </a:ext>
            </a:extLst>
          </p:cNvPr>
          <p:cNvSpPr>
            <a:spLocks noGrp="1"/>
          </p:cNvSpPr>
          <p:nvPr>
            <p:ph type="dt" sz="half" idx="10"/>
          </p:nvPr>
        </p:nvSpPr>
        <p:spPr/>
        <p:txBody>
          <a:bodyPr/>
          <a:lstStyle/>
          <a:p>
            <a:fld id="{53C69BCE-E36E-4F2E-9350-62897590BB52}" type="datetimeFigureOut">
              <a:rPr lang="en-IN" smtClean="0"/>
              <a:t>31-08-2024</a:t>
            </a:fld>
            <a:endParaRPr lang="en-IN"/>
          </a:p>
        </p:txBody>
      </p:sp>
      <p:sp>
        <p:nvSpPr>
          <p:cNvPr id="5" name="Footer Placeholder 4">
            <a:extLst>
              <a:ext uri="{FF2B5EF4-FFF2-40B4-BE49-F238E27FC236}">
                <a16:creationId xmlns:a16="http://schemas.microsoft.com/office/drawing/2014/main" id="{9EA1338D-A4E9-7AF7-E731-5FC342E05C3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0721251-D703-1F0C-E986-0C7391755DA3}"/>
              </a:ext>
            </a:extLst>
          </p:cNvPr>
          <p:cNvSpPr>
            <a:spLocks noGrp="1"/>
          </p:cNvSpPr>
          <p:nvPr>
            <p:ph type="sldNum" sz="quarter" idx="12"/>
          </p:nvPr>
        </p:nvSpPr>
        <p:spPr/>
        <p:txBody>
          <a:bodyPr/>
          <a:lstStyle/>
          <a:p>
            <a:fld id="{32FDB12F-4ACB-436B-9D2F-43F7AC6AFDAD}" type="slidenum">
              <a:rPr lang="en-IN" smtClean="0"/>
              <a:t>‹#›</a:t>
            </a:fld>
            <a:endParaRPr lang="en-IN"/>
          </a:p>
        </p:txBody>
      </p:sp>
    </p:spTree>
    <p:extLst>
      <p:ext uri="{BB962C8B-B14F-4D97-AF65-F5344CB8AC3E}">
        <p14:creationId xmlns:p14="http://schemas.microsoft.com/office/powerpoint/2010/main" val="24106381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6A08B-4135-9BC3-7A80-706E4E925EA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3680C21-6816-FE22-F995-806D6FFDF72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8758CD5-1CAA-C5B2-F008-4C66B2E2518D}"/>
              </a:ext>
            </a:extLst>
          </p:cNvPr>
          <p:cNvSpPr>
            <a:spLocks noGrp="1"/>
          </p:cNvSpPr>
          <p:nvPr>
            <p:ph type="dt" sz="half" idx="10"/>
          </p:nvPr>
        </p:nvSpPr>
        <p:spPr/>
        <p:txBody>
          <a:bodyPr/>
          <a:lstStyle/>
          <a:p>
            <a:fld id="{53C69BCE-E36E-4F2E-9350-62897590BB52}" type="datetimeFigureOut">
              <a:rPr lang="en-IN" smtClean="0"/>
              <a:t>31-08-2024</a:t>
            </a:fld>
            <a:endParaRPr lang="en-IN"/>
          </a:p>
        </p:txBody>
      </p:sp>
      <p:sp>
        <p:nvSpPr>
          <p:cNvPr id="5" name="Footer Placeholder 4">
            <a:extLst>
              <a:ext uri="{FF2B5EF4-FFF2-40B4-BE49-F238E27FC236}">
                <a16:creationId xmlns:a16="http://schemas.microsoft.com/office/drawing/2014/main" id="{BCAA2B0B-48E7-4247-6D20-D45FB59ABEE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0847038-5182-FE84-EAAE-E162BBE5BA08}"/>
              </a:ext>
            </a:extLst>
          </p:cNvPr>
          <p:cNvSpPr>
            <a:spLocks noGrp="1"/>
          </p:cNvSpPr>
          <p:nvPr>
            <p:ph type="sldNum" sz="quarter" idx="12"/>
          </p:nvPr>
        </p:nvSpPr>
        <p:spPr/>
        <p:txBody>
          <a:bodyPr/>
          <a:lstStyle/>
          <a:p>
            <a:fld id="{32FDB12F-4ACB-436B-9D2F-43F7AC6AFDAD}" type="slidenum">
              <a:rPr lang="en-IN" smtClean="0"/>
              <a:t>‹#›</a:t>
            </a:fld>
            <a:endParaRPr lang="en-IN"/>
          </a:p>
        </p:txBody>
      </p:sp>
    </p:spTree>
    <p:extLst>
      <p:ext uri="{BB962C8B-B14F-4D97-AF65-F5344CB8AC3E}">
        <p14:creationId xmlns:p14="http://schemas.microsoft.com/office/powerpoint/2010/main" val="24714877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1C0D2-2925-D70D-04CC-F4FAE980F85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2C5CDCA-41D7-27CD-37CD-597C0707CC1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231920B-E399-D638-BF03-C0753123BAE8}"/>
              </a:ext>
            </a:extLst>
          </p:cNvPr>
          <p:cNvSpPr>
            <a:spLocks noGrp="1"/>
          </p:cNvSpPr>
          <p:nvPr>
            <p:ph type="dt" sz="half" idx="10"/>
          </p:nvPr>
        </p:nvSpPr>
        <p:spPr/>
        <p:txBody>
          <a:bodyPr/>
          <a:lstStyle/>
          <a:p>
            <a:fld id="{53C69BCE-E36E-4F2E-9350-62897590BB52}" type="datetimeFigureOut">
              <a:rPr lang="en-IN" smtClean="0"/>
              <a:t>31-08-2024</a:t>
            </a:fld>
            <a:endParaRPr lang="en-IN"/>
          </a:p>
        </p:txBody>
      </p:sp>
      <p:sp>
        <p:nvSpPr>
          <p:cNvPr id="5" name="Footer Placeholder 4">
            <a:extLst>
              <a:ext uri="{FF2B5EF4-FFF2-40B4-BE49-F238E27FC236}">
                <a16:creationId xmlns:a16="http://schemas.microsoft.com/office/drawing/2014/main" id="{2EB48067-2F1F-5226-4CF4-5F0827E76A4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545E71A-6F4F-CC54-0595-FCF6791FFB33}"/>
              </a:ext>
            </a:extLst>
          </p:cNvPr>
          <p:cNvSpPr>
            <a:spLocks noGrp="1"/>
          </p:cNvSpPr>
          <p:nvPr>
            <p:ph type="sldNum" sz="quarter" idx="12"/>
          </p:nvPr>
        </p:nvSpPr>
        <p:spPr/>
        <p:txBody>
          <a:bodyPr/>
          <a:lstStyle/>
          <a:p>
            <a:fld id="{32FDB12F-4ACB-436B-9D2F-43F7AC6AFDAD}" type="slidenum">
              <a:rPr lang="en-IN" smtClean="0"/>
              <a:t>‹#›</a:t>
            </a:fld>
            <a:endParaRPr lang="en-IN"/>
          </a:p>
        </p:txBody>
      </p:sp>
    </p:spTree>
    <p:extLst>
      <p:ext uri="{BB962C8B-B14F-4D97-AF65-F5344CB8AC3E}">
        <p14:creationId xmlns:p14="http://schemas.microsoft.com/office/powerpoint/2010/main" val="21887595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A48CF-49B1-ABD6-743E-A421FFB80E0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CC34BBC-8349-1529-D599-38EF409A004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74A84A7-86D4-FD15-1AAE-6247FA04708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B185C01-6F1C-344C-2173-011B426D2C82}"/>
              </a:ext>
            </a:extLst>
          </p:cNvPr>
          <p:cNvSpPr>
            <a:spLocks noGrp="1"/>
          </p:cNvSpPr>
          <p:nvPr>
            <p:ph type="dt" sz="half" idx="10"/>
          </p:nvPr>
        </p:nvSpPr>
        <p:spPr/>
        <p:txBody>
          <a:bodyPr/>
          <a:lstStyle/>
          <a:p>
            <a:fld id="{53C69BCE-E36E-4F2E-9350-62897590BB52}" type="datetimeFigureOut">
              <a:rPr lang="en-IN" smtClean="0"/>
              <a:t>31-08-2024</a:t>
            </a:fld>
            <a:endParaRPr lang="en-IN"/>
          </a:p>
        </p:txBody>
      </p:sp>
      <p:sp>
        <p:nvSpPr>
          <p:cNvPr id="6" name="Footer Placeholder 5">
            <a:extLst>
              <a:ext uri="{FF2B5EF4-FFF2-40B4-BE49-F238E27FC236}">
                <a16:creationId xmlns:a16="http://schemas.microsoft.com/office/drawing/2014/main" id="{A3896636-29D4-92AB-9E7F-CE4A9C3C0FD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7B8EE4C-A381-D4F9-3FC4-4EF001DB757B}"/>
              </a:ext>
            </a:extLst>
          </p:cNvPr>
          <p:cNvSpPr>
            <a:spLocks noGrp="1"/>
          </p:cNvSpPr>
          <p:nvPr>
            <p:ph type="sldNum" sz="quarter" idx="12"/>
          </p:nvPr>
        </p:nvSpPr>
        <p:spPr/>
        <p:txBody>
          <a:bodyPr/>
          <a:lstStyle/>
          <a:p>
            <a:fld id="{32FDB12F-4ACB-436B-9D2F-43F7AC6AFDAD}" type="slidenum">
              <a:rPr lang="en-IN" smtClean="0"/>
              <a:t>‹#›</a:t>
            </a:fld>
            <a:endParaRPr lang="en-IN"/>
          </a:p>
        </p:txBody>
      </p:sp>
    </p:spTree>
    <p:extLst>
      <p:ext uri="{BB962C8B-B14F-4D97-AF65-F5344CB8AC3E}">
        <p14:creationId xmlns:p14="http://schemas.microsoft.com/office/powerpoint/2010/main" val="20147945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A327D-8E9D-82EB-5B01-371F698E5B0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D5A17F2-8B88-3D47-295E-E8B1661B2CA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5FBA1B0-C9AE-E5CE-A074-67489DC50DC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9903760-068A-A305-7FEF-BDF8B8A5F58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BB3367C-6536-EF13-BCFD-BDE9D71348F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4F2DEBC-2B62-0CD5-A620-1C63039397D1}"/>
              </a:ext>
            </a:extLst>
          </p:cNvPr>
          <p:cNvSpPr>
            <a:spLocks noGrp="1"/>
          </p:cNvSpPr>
          <p:nvPr>
            <p:ph type="dt" sz="half" idx="10"/>
          </p:nvPr>
        </p:nvSpPr>
        <p:spPr/>
        <p:txBody>
          <a:bodyPr/>
          <a:lstStyle/>
          <a:p>
            <a:fld id="{53C69BCE-E36E-4F2E-9350-62897590BB52}" type="datetimeFigureOut">
              <a:rPr lang="en-IN" smtClean="0"/>
              <a:t>31-08-2024</a:t>
            </a:fld>
            <a:endParaRPr lang="en-IN"/>
          </a:p>
        </p:txBody>
      </p:sp>
      <p:sp>
        <p:nvSpPr>
          <p:cNvPr id="8" name="Footer Placeholder 7">
            <a:extLst>
              <a:ext uri="{FF2B5EF4-FFF2-40B4-BE49-F238E27FC236}">
                <a16:creationId xmlns:a16="http://schemas.microsoft.com/office/drawing/2014/main" id="{8AB502F6-2216-63B4-2504-9813F081507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C644377-65FE-09FD-8E4D-86F390EF5ABB}"/>
              </a:ext>
            </a:extLst>
          </p:cNvPr>
          <p:cNvSpPr>
            <a:spLocks noGrp="1"/>
          </p:cNvSpPr>
          <p:nvPr>
            <p:ph type="sldNum" sz="quarter" idx="12"/>
          </p:nvPr>
        </p:nvSpPr>
        <p:spPr/>
        <p:txBody>
          <a:bodyPr/>
          <a:lstStyle/>
          <a:p>
            <a:fld id="{32FDB12F-4ACB-436B-9D2F-43F7AC6AFDAD}" type="slidenum">
              <a:rPr lang="en-IN" smtClean="0"/>
              <a:t>‹#›</a:t>
            </a:fld>
            <a:endParaRPr lang="en-IN"/>
          </a:p>
        </p:txBody>
      </p:sp>
    </p:spTree>
    <p:extLst>
      <p:ext uri="{BB962C8B-B14F-4D97-AF65-F5344CB8AC3E}">
        <p14:creationId xmlns:p14="http://schemas.microsoft.com/office/powerpoint/2010/main" val="23234806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84E48-7F11-A91E-ABA9-A2A8EE32D4D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2404644-FDA0-F44C-3055-AF40FFD403ED}"/>
              </a:ext>
            </a:extLst>
          </p:cNvPr>
          <p:cNvSpPr>
            <a:spLocks noGrp="1"/>
          </p:cNvSpPr>
          <p:nvPr>
            <p:ph type="dt" sz="half" idx="10"/>
          </p:nvPr>
        </p:nvSpPr>
        <p:spPr/>
        <p:txBody>
          <a:bodyPr/>
          <a:lstStyle/>
          <a:p>
            <a:fld id="{53C69BCE-E36E-4F2E-9350-62897590BB52}" type="datetimeFigureOut">
              <a:rPr lang="en-IN" smtClean="0"/>
              <a:t>31-08-2024</a:t>
            </a:fld>
            <a:endParaRPr lang="en-IN"/>
          </a:p>
        </p:txBody>
      </p:sp>
      <p:sp>
        <p:nvSpPr>
          <p:cNvPr id="4" name="Footer Placeholder 3">
            <a:extLst>
              <a:ext uri="{FF2B5EF4-FFF2-40B4-BE49-F238E27FC236}">
                <a16:creationId xmlns:a16="http://schemas.microsoft.com/office/drawing/2014/main" id="{B98C9895-F93E-7514-2DCE-C995C3D0C3C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53DAD10-870D-B3DE-1EE0-C8FE456EBD68}"/>
              </a:ext>
            </a:extLst>
          </p:cNvPr>
          <p:cNvSpPr>
            <a:spLocks noGrp="1"/>
          </p:cNvSpPr>
          <p:nvPr>
            <p:ph type="sldNum" sz="quarter" idx="12"/>
          </p:nvPr>
        </p:nvSpPr>
        <p:spPr/>
        <p:txBody>
          <a:bodyPr/>
          <a:lstStyle/>
          <a:p>
            <a:fld id="{32FDB12F-4ACB-436B-9D2F-43F7AC6AFDAD}" type="slidenum">
              <a:rPr lang="en-IN" smtClean="0"/>
              <a:t>‹#›</a:t>
            </a:fld>
            <a:endParaRPr lang="en-IN"/>
          </a:p>
        </p:txBody>
      </p:sp>
    </p:spTree>
    <p:extLst>
      <p:ext uri="{BB962C8B-B14F-4D97-AF65-F5344CB8AC3E}">
        <p14:creationId xmlns:p14="http://schemas.microsoft.com/office/powerpoint/2010/main" val="25886878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E86FBA2-0D40-5364-1C45-8A447533D13C}"/>
              </a:ext>
            </a:extLst>
          </p:cNvPr>
          <p:cNvSpPr>
            <a:spLocks noGrp="1"/>
          </p:cNvSpPr>
          <p:nvPr>
            <p:ph type="dt" sz="half" idx="10"/>
          </p:nvPr>
        </p:nvSpPr>
        <p:spPr/>
        <p:txBody>
          <a:bodyPr/>
          <a:lstStyle/>
          <a:p>
            <a:fld id="{53C69BCE-E36E-4F2E-9350-62897590BB52}" type="datetimeFigureOut">
              <a:rPr lang="en-IN" smtClean="0"/>
              <a:t>31-08-2024</a:t>
            </a:fld>
            <a:endParaRPr lang="en-IN"/>
          </a:p>
        </p:txBody>
      </p:sp>
      <p:sp>
        <p:nvSpPr>
          <p:cNvPr id="3" name="Footer Placeholder 2">
            <a:extLst>
              <a:ext uri="{FF2B5EF4-FFF2-40B4-BE49-F238E27FC236}">
                <a16:creationId xmlns:a16="http://schemas.microsoft.com/office/drawing/2014/main" id="{0F5DE985-968C-3CED-09E6-A939BCCEA8A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092675A-F11B-A382-88C9-BC68EEEE8DA8}"/>
              </a:ext>
            </a:extLst>
          </p:cNvPr>
          <p:cNvSpPr>
            <a:spLocks noGrp="1"/>
          </p:cNvSpPr>
          <p:nvPr>
            <p:ph type="sldNum" sz="quarter" idx="12"/>
          </p:nvPr>
        </p:nvSpPr>
        <p:spPr/>
        <p:txBody>
          <a:bodyPr/>
          <a:lstStyle/>
          <a:p>
            <a:fld id="{32FDB12F-4ACB-436B-9D2F-43F7AC6AFDAD}" type="slidenum">
              <a:rPr lang="en-IN" smtClean="0"/>
              <a:t>‹#›</a:t>
            </a:fld>
            <a:endParaRPr lang="en-IN"/>
          </a:p>
        </p:txBody>
      </p:sp>
    </p:spTree>
    <p:extLst>
      <p:ext uri="{BB962C8B-B14F-4D97-AF65-F5344CB8AC3E}">
        <p14:creationId xmlns:p14="http://schemas.microsoft.com/office/powerpoint/2010/main" val="5129338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AE8F4-34AE-F81C-A62A-22912E1756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BF2E6DE-2716-D97E-337D-30D51B3995E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29CB655-FF63-9272-6B1C-06E9CAC6F3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1156CD-B035-50A9-A34F-2B8D05A74922}"/>
              </a:ext>
            </a:extLst>
          </p:cNvPr>
          <p:cNvSpPr>
            <a:spLocks noGrp="1"/>
          </p:cNvSpPr>
          <p:nvPr>
            <p:ph type="dt" sz="half" idx="10"/>
          </p:nvPr>
        </p:nvSpPr>
        <p:spPr/>
        <p:txBody>
          <a:bodyPr/>
          <a:lstStyle/>
          <a:p>
            <a:fld id="{53C69BCE-E36E-4F2E-9350-62897590BB52}" type="datetimeFigureOut">
              <a:rPr lang="en-IN" smtClean="0"/>
              <a:t>31-08-2024</a:t>
            </a:fld>
            <a:endParaRPr lang="en-IN"/>
          </a:p>
        </p:txBody>
      </p:sp>
      <p:sp>
        <p:nvSpPr>
          <p:cNvPr id="6" name="Footer Placeholder 5">
            <a:extLst>
              <a:ext uri="{FF2B5EF4-FFF2-40B4-BE49-F238E27FC236}">
                <a16:creationId xmlns:a16="http://schemas.microsoft.com/office/drawing/2014/main" id="{0B6EDA27-E2DD-39ED-1E54-53AC740D2E6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F1FC761-58A8-A1E2-8725-FEF4044629FB}"/>
              </a:ext>
            </a:extLst>
          </p:cNvPr>
          <p:cNvSpPr>
            <a:spLocks noGrp="1"/>
          </p:cNvSpPr>
          <p:nvPr>
            <p:ph type="sldNum" sz="quarter" idx="12"/>
          </p:nvPr>
        </p:nvSpPr>
        <p:spPr/>
        <p:txBody>
          <a:bodyPr/>
          <a:lstStyle/>
          <a:p>
            <a:fld id="{32FDB12F-4ACB-436B-9D2F-43F7AC6AFDAD}" type="slidenum">
              <a:rPr lang="en-IN" smtClean="0"/>
              <a:t>‹#›</a:t>
            </a:fld>
            <a:endParaRPr lang="en-IN"/>
          </a:p>
        </p:txBody>
      </p:sp>
    </p:spTree>
    <p:extLst>
      <p:ext uri="{BB962C8B-B14F-4D97-AF65-F5344CB8AC3E}">
        <p14:creationId xmlns:p14="http://schemas.microsoft.com/office/powerpoint/2010/main" val="20320666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07656-32F1-9846-971C-19D5EF5910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755F402-781A-8E39-DDD1-BA0B752F3D0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B7B2B0B-A456-11D1-1F51-741AE5BD5D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303014E-84B9-FD94-C67C-3B5D5CDB148A}"/>
              </a:ext>
            </a:extLst>
          </p:cNvPr>
          <p:cNvSpPr>
            <a:spLocks noGrp="1"/>
          </p:cNvSpPr>
          <p:nvPr>
            <p:ph type="dt" sz="half" idx="10"/>
          </p:nvPr>
        </p:nvSpPr>
        <p:spPr/>
        <p:txBody>
          <a:bodyPr/>
          <a:lstStyle/>
          <a:p>
            <a:fld id="{53C69BCE-E36E-4F2E-9350-62897590BB52}" type="datetimeFigureOut">
              <a:rPr lang="en-IN" smtClean="0"/>
              <a:t>31-08-2024</a:t>
            </a:fld>
            <a:endParaRPr lang="en-IN"/>
          </a:p>
        </p:txBody>
      </p:sp>
      <p:sp>
        <p:nvSpPr>
          <p:cNvPr id="6" name="Footer Placeholder 5">
            <a:extLst>
              <a:ext uri="{FF2B5EF4-FFF2-40B4-BE49-F238E27FC236}">
                <a16:creationId xmlns:a16="http://schemas.microsoft.com/office/drawing/2014/main" id="{442DCD19-84BC-7703-6586-AA591CAA7B9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870B82C-7585-CC14-514C-A39BF57F0222}"/>
              </a:ext>
            </a:extLst>
          </p:cNvPr>
          <p:cNvSpPr>
            <a:spLocks noGrp="1"/>
          </p:cNvSpPr>
          <p:nvPr>
            <p:ph type="sldNum" sz="quarter" idx="12"/>
          </p:nvPr>
        </p:nvSpPr>
        <p:spPr/>
        <p:txBody>
          <a:bodyPr/>
          <a:lstStyle/>
          <a:p>
            <a:fld id="{32FDB12F-4ACB-436B-9D2F-43F7AC6AFDAD}" type="slidenum">
              <a:rPr lang="en-IN" smtClean="0"/>
              <a:t>‹#›</a:t>
            </a:fld>
            <a:endParaRPr lang="en-IN"/>
          </a:p>
        </p:txBody>
      </p:sp>
    </p:spTree>
    <p:extLst>
      <p:ext uri="{BB962C8B-B14F-4D97-AF65-F5344CB8AC3E}">
        <p14:creationId xmlns:p14="http://schemas.microsoft.com/office/powerpoint/2010/main" val="5917777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802F4-9E4D-A533-11C0-CA6F67F3533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48840F8-0D16-47C7-9C19-9E9022941B6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6D573E3-4AFB-E2E6-7FD2-7FEBF47DFA36}"/>
              </a:ext>
            </a:extLst>
          </p:cNvPr>
          <p:cNvSpPr>
            <a:spLocks noGrp="1"/>
          </p:cNvSpPr>
          <p:nvPr>
            <p:ph type="dt" sz="half" idx="10"/>
          </p:nvPr>
        </p:nvSpPr>
        <p:spPr/>
        <p:txBody>
          <a:bodyPr/>
          <a:lstStyle/>
          <a:p>
            <a:fld id="{53C69BCE-E36E-4F2E-9350-62897590BB52}" type="datetimeFigureOut">
              <a:rPr lang="en-IN" smtClean="0"/>
              <a:t>31-08-2024</a:t>
            </a:fld>
            <a:endParaRPr lang="en-IN"/>
          </a:p>
        </p:txBody>
      </p:sp>
      <p:sp>
        <p:nvSpPr>
          <p:cNvPr id="5" name="Footer Placeholder 4">
            <a:extLst>
              <a:ext uri="{FF2B5EF4-FFF2-40B4-BE49-F238E27FC236}">
                <a16:creationId xmlns:a16="http://schemas.microsoft.com/office/drawing/2014/main" id="{280FC440-738C-F8F1-16A9-3A40EEF7E1C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481378C-A868-DB66-E337-0FB47165949F}"/>
              </a:ext>
            </a:extLst>
          </p:cNvPr>
          <p:cNvSpPr>
            <a:spLocks noGrp="1"/>
          </p:cNvSpPr>
          <p:nvPr>
            <p:ph type="sldNum" sz="quarter" idx="12"/>
          </p:nvPr>
        </p:nvSpPr>
        <p:spPr/>
        <p:txBody>
          <a:bodyPr/>
          <a:lstStyle/>
          <a:p>
            <a:fld id="{32FDB12F-4ACB-436B-9D2F-43F7AC6AFDAD}" type="slidenum">
              <a:rPr lang="en-IN" smtClean="0"/>
              <a:t>‹#›</a:t>
            </a:fld>
            <a:endParaRPr lang="en-IN"/>
          </a:p>
        </p:txBody>
      </p:sp>
    </p:spTree>
    <p:extLst>
      <p:ext uri="{BB962C8B-B14F-4D97-AF65-F5344CB8AC3E}">
        <p14:creationId xmlns:p14="http://schemas.microsoft.com/office/powerpoint/2010/main" val="27054953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CA5F36-B265-4945-7E94-74DA08ED3D0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3CEAF15-ABD4-0A57-9414-6E430153133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D806E00-3B67-B766-154D-F25E64F239C9}"/>
              </a:ext>
            </a:extLst>
          </p:cNvPr>
          <p:cNvSpPr>
            <a:spLocks noGrp="1"/>
          </p:cNvSpPr>
          <p:nvPr>
            <p:ph type="dt" sz="half" idx="10"/>
          </p:nvPr>
        </p:nvSpPr>
        <p:spPr/>
        <p:txBody>
          <a:bodyPr/>
          <a:lstStyle/>
          <a:p>
            <a:fld id="{53C69BCE-E36E-4F2E-9350-62897590BB52}" type="datetimeFigureOut">
              <a:rPr lang="en-IN" smtClean="0"/>
              <a:t>31-08-2024</a:t>
            </a:fld>
            <a:endParaRPr lang="en-IN"/>
          </a:p>
        </p:txBody>
      </p:sp>
      <p:sp>
        <p:nvSpPr>
          <p:cNvPr id="5" name="Footer Placeholder 4">
            <a:extLst>
              <a:ext uri="{FF2B5EF4-FFF2-40B4-BE49-F238E27FC236}">
                <a16:creationId xmlns:a16="http://schemas.microsoft.com/office/drawing/2014/main" id="{CBD100A5-4663-1E89-EC43-E7782BA8F4D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4AA447B-0EE9-1F05-E153-F3A8238AE66E}"/>
              </a:ext>
            </a:extLst>
          </p:cNvPr>
          <p:cNvSpPr>
            <a:spLocks noGrp="1"/>
          </p:cNvSpPr>
          <p:nvPr>
            <p:ph type="sldNum" sz="quarter" idx="12"/>
          </p:nvPr>
        </p:nvSpPr>
        <p:spPr/>
        <p:txBody>
          <a:bodyPr/>
          <a:lstStyle/>
          <a:p>
            <a:fld id="{32FDB12F-4ACB-436B-9D2F-43F7AC6AFDAD}" type="slidenum">
              <a:rPr lang="en-IN" smtClean="0"/>
              <a:t>‹#›</a:t>
            </a:fld>
            <a:endParaRPr lang="en-IN"/>
          </a:p>
        </p:txBody>
      </p:sp>
    </p:spTree>
    <p:extLst>
      <p:ext uri="{BB962C8B-B14F-4D97-AF65-F5344CB8AC3E}">
        <p14:creationId xmlns:p14="http://schemas.microsoft.com/office/powerpoint/2010/main" val="14672959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B03FEF-7E1C-7CF2-F9F8-685EFDAEA3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860BC78-E4DA-95A6-D77A-2F133D916FB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93E79F2-B2F0-7E2F-F47C-2F5A2D5D66D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3C69BCE-E36E-4F2E-9350-62897590BB52}" type="datetimeFigureOut">
              <a:rPr lang="en-IN" smtClean="0"/>
              <a:t>31-08-2024</a:t>
            </a:fld>
            <a:endParaRPr lang="en-IN"/>
          </a:p>
        </p:txBody>
      </p:sp>
      <p:sp>
        <p:nvSpPr>
          <p:cNvPr id="5" name="Footer Placeholder 4">
            <a:extLst>
              <a:ext uri="{FF2B5EF4-FFF2-40B4-BE49-F238E27FC236}">
                <a16:creationId xmlns:a16="http://schemas.microsoft.com/office/drawing/2014/main" id="{DFB774C8-2591-CFDA-FD6B-36FFCAD559D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D2ABAC35-B133-38E4-4A18-43EE8A2B5A2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2FDB12F-4ACB-436B-9D2F-43F7AC6AFDAD}" type="slidenum">
              <a:rPr lang="en-IN" smtClean="0"/>
              <a:t>‹#›</a:t>
            </a:fld>
            <a:endParaRPr lang="en-IN"/>
          </a:p>
        </p:txBody>
      </p:sp>
    </p:spTree>
    <p:extLst>
      <p:ext uri="{BB962C8B-B14F-4D97-AF65-F5344CB8AC3E}">
        <p14:creationId xmlns:p14="http://schemas.microsoft.com/office/powerpoint/2010/main" val="291196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drive.google.com/file/d/1_vrNpqiq-JSL3VXP2_WGNQiPaKqoCoHP/view?usp=sharing" TargetMode="External"/><Relationship Id="rId2" Type="http://schemas.openxmlformats.org/officeDocument/2006/relationships/hyperlink" Target="https://www.kaggle.com/datasets"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 name="Group 25">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1FF25F97-8302-5A5B-E1C0-4B00D4BA910C}"/>
              </a:ext>
            </a:extLst>
          </p:cNvPr>
          <p:cNvSpPr txBox="1"/>
          <p:nvPr/>
        </p:nvSpPr>
        <p:spPr>
          <a:xfrm>
            <a:off x="1175745" y="1090991"/>
            <a:ext cx="9942716" cy="1554480"/>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100" kern="1200" dirty="0">
                <a:solidFill>
                  <a:schemeClr val="tx1"/>
                </a:solidFill>
                <a:latin typeface="+mj-lt"/>
                <a:ea typeface="+mj-ea"/>
                <a:cs typeface="+mj-cs"/>
              </a:rPr>
              <a:t>      Integration of Artificial Intelligence with</a:t>
            </a:r>
          </a:p>
          <a:p>
            <a:pPr>
              <a:lnSpc>
                <a:spcPct val="90000"/>
              </a:lnSpc>
              <a:spcBef>
                <a:spcPct val="0"/>
              </a:spcBef>
              <a:spcAft>
                <a:spcPts val="600"/>
              </a:spcAft>
            </a:pPr>
            <a:r>
              <a:rPr lang="en-US" sz="4100" dirty="0">
                <a:latin typeface="+mj-lt"/>
                <a:ea typeface="+mj-ea"/>
                <a:cs typeface="+mj-cs"/>
              </a:rPr>
              <a:t>                 Neurodegenerative disease</a:t>
            </a:r>
            <a:endParaRPr lang="en-US" sz="4100" kern="1200" dirty="0">
              <a:solidFill>
                <a:schemeClr val="tx1"/>
              </a:solidFill>
              <a:latin typeface="+mj-lt"/>
              <a:ea typeface="+mj-ea"/>
              <a:cs typeface="+mj-cs"/>
            </a:endParaRPr>
          </a:p>
          <a:p>
            <a:pPr>
              <a:lnSpc>
                <a:spcPct val="90000"/>
              </a:lnSpc>
              <a:spcBef>
                <a:spcPct val="0"/>
              </a:spcBef>
              <a:spcAft>
                <a:spcPts val="600"/>
              </a:spcAft>
            </a:pPr>
            <a:endParaRPr lang="en-US" sz="4100" kern="1200" dirty="0">
              <a:solidFill>
                <a:schemeClr val="tx1"/>
              </a:solidFill>
              <a:latin typeface="+mj-lt"/>
              <a:ea typeface="+mj-ea"/>
              <a:cs typeface="+mj-cs"/>
            </a:endParaRPr>
          </a:p>
          <a:p>
            <a:pPr>
              <a:lnSpc>
                <a:spcPct val="90000"/>
              </a:lnSpc>
              <a:spcBef>
                <a:spcPct val="0"/>
              </a:spcBef>
              <a:spcAft>
                <a:spcPts val="600"/>
              </a:spcAft>
            </a:pPr>
            <a:endParaRPr lang="en-US" sz="4100" kern="1200" dirty="0">
              <a:solidFill>
                <a:schemeClr val="tx1"/>
              </a:solidFill>
              <a:latin typeface="+mj-lt"/>
              <a:ea typeface="+mj-ea"/>
              <a:cs typeface="+mj-cs"/>
            </a:endParaRPr>
          </a:p>
        </p:txBody>
      </p:sp>
      <p:sp>
        <p:nvSpPr>
          <p:cNvPr id="28" name="TextBox 27">
            <a:extLst>
              <a:ext uri="{FF2B5EF4-FFF2-40B4-BE49-F238E27FC236}">
                <a16:creationId xmlns:a16="http://schemas.microsoft.com/office/drawing/2014/main" id="{F09DA490-CB79-A481-CA0B-0268191AA337}"/>
              </a:ext>
            </a:extLst>
          </p:cNvPr>
          <p:cNvSpPr txBox="1"/>
          <p:nvPr/>
        </p:nvSpPr>
        <p:spPr>
          <a:xfrm>
            <a:off x="1123162" y="2650201"/>
            <a:ext cx="9941319" cy="3045924"/>
          </a:xfrm>
          <a:prstGeom prst="rect">
            <a:avLst/>
          </a:prstGeom>
        </p:spPr>
        <p:txBody>
          <a:bodyPr vert="horz" lIns="91440" tIns="45720" rIns="91440" bIns="45720" rtlCol="0" anchor="ctr">
            <a:normAutofit lnSpcReduction="10000"/>
          </a:bodyPr>
          <a:lstStyle/>
          <a:p>
            <a:pPr>
              <a:lnSpc>
                <a:spcPct val="90000"/>
              </a:lnSpc>
              <a:spcAft>
                <a:spcPts val="600"/>
              </a:spcAft>
            </a:pPr>
            <a:r>
              <a:rPr lang="en-US" sz="1500" b="1" dirty="0"/>
              <a:t>Project objective</a:t>
            </a:r>
            <a:r>
              <a:rPr lang="en-US" sz="1500" dirty="0"/>
              <a:t>: This project seeks to harness the power of Artificial intelligence (AI) and Deep learning to analyze and interpret a dataset comprising brain scan images, which represent various stages of neurodegenerative diseases. By integrating AI techniques with this medical dataset, the goal is to predict the onset and progression of symptoms, as well as to identify key characteristics associated with different stages of these diseases.</a:t>
            </a:r>
          </a:p>
          <a:p>
            <a:pPr indent="-228600">
              <a:lnSpc>
                <a:spcPct val="90000"/>
              </a:lnSpc>
              <a:spcAft>
                <a:spcPts val="600"/>
              </a:spcAft>
              <a:buFont typeface="Arial" panose="020B0604020202020204" pitchFamily="34" charset="0"/>
              <a:buChar char="•"/>
            </a:pPr>
            <a:endParaRPr lang="en-US" sz="1500" dirty="0"/>
          </a:p>
          <a:p>
            <a:pPr>
              <a:lnSpc>
                <a:spcPct val="90000"/>
              </a:lnSpc>
              <a:spcAft>
                <a:spcPts val="600"/>
              </a:spcAft>
            </a:pPr>
            <a:r>
              <a:rPr lang="en-US" sz="1500" b="1" dirty="0"/>
              <a:t>Data set</a:t>
            </a:r>
            <a:r>
              <a:rPr lang="en-US" sz="1500" dirty="0"/>
              <a:t>:</a:t>
            </a:r>
          </a:p>
          <a:p>
            <a:pPr indent="-228600">
              <a:lnSpc>
                <a:spcPct val="90000"/>
              </a:lnSpc>
              <a:spcAft>
                <a:spcPts val="600"/>
              </a:spcAft>
              <a:buFont typeface="Arial" panose="020B0604020202020204" pitchFamily="34" charset="0"/>
              <a:buChar char="•"/>
            </a:pPr>
            <a:r>
              <a:rPr lang="en-US" sz="1500" dirty="0"/>
              <a:t>Source: </a:t>
            </a:r>
            <a:r>
              <a:rPr lang="en-US" sz="1500" dirty="0">
                <a:hlinkClick r:id="rId2"/>
              </a:rPr>
              <a:t>https://www.kaggle.com/datasets</a:t>
            </a:r>
            <a:endParaRPr lang="en-US" sz="1500" dirty="0"/>
          </a:p>
          <a:p>
            <a:pPr indent="-228600">
              <a:lnSpc>
                <a:spcPct val="90000"/>
              </a:lnSpc>
              <a:spcAft>
                <a:spcPts val="600"/>
              </a:spcAft>
              <a:buFont typeface="Arial" panose="020B0604020202020204" pitchFamily="34" charset="0"/>
              <a:buChar char="•"/>
            </a:pPr>
            <a:r>
              <a:rPr lang="en-US" sz="1500" dirty="0"/>
              <a:t>Data set link: </a:t>
            </a:r>
            <a:r>
              <a:rPr lang="en-US" sz="1500" dirty="0">
                <a:hlinkClick r:id="rId3"/>
              </a:rPr>
              <a:t>https://drive.google.com/file/d/1_vrNpqiq-JSL3VXP2_WGNQiPaKqoCoHP/view?usp=sharing</a:t>
            </a:r>
            <a:endParaRPr lang="en-US" sz="1500" dirty="0"/>
          </a:p>
          <a:p>
            <a:pPr>
              <a:lnSpc>
                <a:spcPct val="90000"/>
              </a:lnSpc>
              <a:spcAft>
                <a:spcPts val="600"/>
              </a:spcAft>
            </a:pPr>
            <a:r>
              <a:rPr lang="en-US" sz="1500" dirty="0"/>
              <a:t>                                    (Download to watch)</a:t>
            </a:r>
          </a:p>
          <a:p>
            <a:pPr>
              <a:lnSpc>
                <a:spcPct val="90000"/>
              </a:lnSpc>
              <a:spcAft>
                <a:spcPts val="600"/>
              </a:spcAft>
            </a:pPr>
            <a:r>
              <a:rPr lang="en-US" sz="1500" b="1" dirty="0"/>
              <a:t>Algorithms</a:t>
            </a:r>
            <a:r>
              <a:rPr lang="en-US" sz="1500" dirty="0"/>
              <a:t>: Advanced AI models, such as deep learning algorithms (</a:t>
            </a:r>
            <a:r>
              <a:rPr lang="en-US" sz="1500" b="1" dirty="0"/>
              <a:t>Convolutional Neural Networks</a:t>
            </a:r>
            <a:r>
              <a:rPr lang="en-US" sz="1500" dirty="0"/>
              <a:t>), will be developed and trained to detect patterns and anomalies in the brain scans. These models will be optimized to differentiate between various stages of neurodegenerative diseases.</a:t>
            </a:r>
          </a:p>
          <a:p>
            <a:pPr indent="-228600">
              <a:lnSpc>
                <a:spcPct val="90000"/>
              </a:lnSpc>
              <a:spcAft>
                <a:spcPts val="600"/>
              </a:spcAft>
              <a:buFont typeface="Arial" panose="020B0604020202020204" pitchFamily="34" charset="0"/>
              <a:buChar char="•"/>
            </a:pPr>
            <a:endParaRPr lang="en-US" sz="1500" dirty="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DE02DDD7-33DC-AFFC-C9BB-82399182C3D6}"/>
              </a:ext>
            </a:extLst>
          </p:cNvPr>
          <p:cNvSpPr txBox="1"/>
          <p:nvPr/>
        </p:nvSpPr>
        <p:spPr>
          <a:xfrm>
            <a:off x="8418776" y="5696125"/>
            <a:ext cx="3800213" cy="738664"/>
          </a:xfrm>
          <a:prstGeom prst="rect">
            <a:avLst/>
          </a:prstGeom>
          <a:noFill/>
        </p:spPr>
        <p:txBody>
          <a:bodyPr wrap="square" rtlCol="0">
            <a:spAutoFit/>
          </a:bodyPr>
          <a:lstStyle/>
          <a:p>
            <a:r>
              <a:rPr lang="en-IN" sz="1400" dirty="0"/>
              <a:t>P. Karthik – 2320040019</a:t>
            </a:r>
          </a:p>
          <a:p>
            <a:r>
              <a:rPr lang="en-IN" sz="1400" dirty="0"/>
              <a:t>R. Vinay Vardhan Naidu- 2320040117</a:t>
            </a:r>
          </a:p>
          <a:p>
            <a:r>
              <a:rPr lang="en-IN" sz="1400" dirty="0"/>
              <a:t>KV Sai Sri Hari - 2320040033</a:t>
            </a:r>
          </a:p>
        </p:txBody>
      </p:sp>
    </p:spTree>
    <p:extLst>
      <p:ext uri="{BB962C8B-B14F-4D97-AF65-F5344CB8AC3E}">
        <p14:creationId xmlns:p14="http://schemas.microsoft.com/office/powerpoint/2010/main" val="17775528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538</TotalTime>
  <Words>192</Words>
  <Application>Microsoft Office PowerPoint</Application>
  <PresentationFormat>Widescreen</PresentationFormat>
  <Paragraphs>12</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potnuru karthik</dc:creator>
  <cp:lastModifiedBy>potnuru karthik</cp:lastModifiedBy>
  <cp:revision>3</cp:revision>
  <dcterms:created xsi:type="dcterms:W3CDTF">2024-08-23T15:48:46Z</dcterms:created>
  <dcterms:modified xsi:type="dcterms:W3CDTF">2024-08-31T12:24:47Z</dcterms:modified>
</cp:coreProperties>
</file>